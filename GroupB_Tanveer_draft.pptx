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75" r:id="rId4"/>
    <p:sldId id="274" r:id="rId5"/>
    <p:sldId id="263" r:id="rId6"/>
    <p:sldId id="264" r:id="rId7"/>
    <p:sldId id="273" r:id="rId8"/>
    <p:sldId id="266" r:id="rId9"/>
    <p:sldId id="270" r:id="rId10"/>
    <p:sldId id="269" r:id="rId11"/>
    <p:sldId id="27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6247" autoAdjust="0"/>
  </p:normalViewPr>
  <p:slideViewPr>
    <p:cSldViewPr snapToGrid="0">
      <p:cViewPr varScale="1">
        <p:scale>
          <a:sx n="79" d="100"/>
          <a:sy n="79" d="100"/>
        </p:scale>
        <p:origin x="240" y="2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CBD28-485B-9CBA-3FC1-5423BDB23B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B033F1-256F-9083-BBD5-75A3ADC8EF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7DBB1-8055-95EC-B73A-B5DE6A9F7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2C3D0-2979-4B79-BD88-CDB797038334}" type="datetimeFigureOut">
              <a:rPr lang="en-SG" smtClean="0"/>
              <a:t>18/11/2025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5C954-B43B-6B9D-B9CA-3359798D9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481EB-E8A3-1A05-306B-62551B981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496D-647B-4325-9BFB-9E39F95B32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96287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88B1D-5CFD-5AD1-C4BC-8B435E5F1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C1262-FF94-B189-DA28-607FDF0EE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D0509-DD11-B78D-9EFB-3560B7673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2C3D0-2979-4B79-BD88-CDB797038334}" type="datetimeFigureOut">
              <a:rPr lang="en-SG" smtClean="0"/>
              <a:t>18/11/2025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575D0-943D-793B-56A2-2DAC77640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312FE-2926-2840-A1AA-282F5E8B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496D-647B-4325-9BFB-9E39F95B32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86683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CA592-AB51-4130-C768-75CFD7171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776E9-E8C3-21C8-34B6-91CB93EA6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64EC8-122D-D1D7-B4E8-A50D635E1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2C3D0-2979-4B79-BD88-CDB797038334}" type="datetimeFigureOut">
              <a:rPr lang="en-SG" smtClean="0"/>
              <a:t>18/11/2025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D5199-9A23-54A8-DE55-423A4DDBF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F0911-4E22-0141-A839-4CB206F61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496D-647B-4325-9BFB-9E39F95B32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62542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0BB02-51CB-5B5C-A472-09E937B1A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BF5A2-FB2E-4640-AFB8-E7AD48C161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1A6976-0C96-CE2A-6B05-C7997067F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C59BB-DE00-BCA9-82FF-D0399D0E6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2C3D0-2979-4B79-BD88-CDB797038334}" type="datetimeFigureOut">
              <a:rPr lang="en-SG" smtClean="0"/>
              <a:t>18/11/2025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1B875F-1A9E-D2AE-5E7A-2B153608A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1C82B-BA1E-7010-0B58-E502F8EE0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496D-647B-4325-9BFB-9E39F95B32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50255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E69E-9B19-36C1-5A55-938ABF967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6CA90-BC24-1188-0A59-318A4EFAC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48104-5704-F799-F65C-09C1E4B61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DDC01-58EA-9065-73C7-55318B4C37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97DC68-DF37-E391-1D04-A1F3768522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A3313A-ECAD-CF31-5FF6-4CC4D47EF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2C3D0-2979-4B79-BD88-CDB797038334}" type="datetimeFigureOut">
              <a:rPr lang="en-SG" smtClean="0"/>
              <a:t>18/11/2025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2BCA78-F1BF-2106-363E-67147E48B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3010FB-DE7B-BE28-03AE-CBF791DF4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496D-647B-4325-9BFB-9E39F95B32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1390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86C71-6311-AC9B-1C3E-7D9B04A6F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2136AC-9D97-ECA6-F3D8-EC0E9C8BD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2C3D0-2979-4B79-BD88-CDB797038334}" type="datetimeFigureOut">
              <a:rPr lang="en-SG" smtClean="0"/>
              <a:t>18/11/2025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BD477B-8A29-23B6-E959-BBB46DA69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F6AA26-0C32-C25E-D94F-E4CEACAAF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496D-647B-4325-9BFB-9E39F95B32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39628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E5848F-A08E-0F2C-AA16-B9255D48C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2C3D0-2979-4B79-BD88-CDB797038334}" type="datetimeFigureOut">
              <a:rPr lang="en-SG" smtClean="0"/>
              <a:t>18/11/2025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356C48-D8EE-ED81-762E-8F15FE0FB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1FD85-9C07-4CFF-63E8-9619D806F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496D-647B-4325-9BFB-9E39F95B32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43025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D8CCC-5032-C53C-AD54-ED98FB1D6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3EF65-062A-584B-99C7-94BB8DE8F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9F7B44-BA38-BB81-EC74-9E45ADBE65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F925A7-85E3-2263-084E-E8EA29D0E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2C3D0-2979-4B79-BD88-CDB797038334}" type="datetimeFigureOut">
              <a:rPr lang="en-SG" smtClean="0"/>
              <a:t>18/11/2025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E65FC5-95F8-248C-1411-8A0248894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B0C1F-A183-48DE-14D0-D98FAEF8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496D-647B-4325-9BFB-9E39F95B32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96115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1A3E-12F9-553F-AAA4-AB0AE3F30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2E83CB-AC56-EFBF-2EA8-4B0D451DDC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BF965F-EAD5-6193-54FD-F57F380C44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51D03-1D48-2060-9658-B550C8AEF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2C3D0-2979-4B79-BD88-CDB797038334}" type="datetimeFigureOut">
              <a:rPr lang="en-SG" smtClean="0"/>
              <a:t>18/11/2025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90EB7-7D82-CC4F-C7BC-63DFBA705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1847C-0A06-970E-9843-9E0209912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496D-647B-4325-9BFB-9E39F95B32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74166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7D7A1-0959-9D2E-6DDE-51463DF2B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C0E38D-E3A5-58B9-B926-54BDEBABE8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C418A-059D-1C17-E20E-F15A1EF6E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2C3D0-2979-4B79-BD88-CDB797038334}" type="datetimeFigureOut">
              <a:rPr lang="en-SG" smtClean="0"/>
              <a:t>18/11/2025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3D64A-971D-CC9F-A896-930227E83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5D8FB-66A3-2291-F179-7470F13FE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496D-647B-4325-9BFB-9E39F95B32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64207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2D76D3-9C43-2BCB-9A4F-DABFC62649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A741CA-28DB-3736-1FC5-222420D610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2BF4E-361B-5992-1370-613DB86F1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2C3D0-2979-4B79-BD88-CDB797038334}" type="datetimeFigureOut">
              <a:rPr lang="en-SG" smtClean="0"/>
              <a:t>18/11/2025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5D1E3-6BBD-3FAD-4EA3-5BB4B06AF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EAC2C-0CA2-FB10-A5AB-054FBA791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5496D-647B-4325-9BFB-9E39F95B32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31442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AA2A56-9D95-C840-6757-85FA3888C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311F4-E122-8E9B-49EC-5016ACD0E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CF5CE-1A9B-2876-DE24-6E24B45D6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F2C3D0-2979-4B79-BD88-CDB797038334}" type="datetimeFigureOut">
              <a:rPr lang="en-SG" smtClean="0"/>
              <a:t>18/11/2025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8F982-56E3-8191-9BB0-5894577A03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1FCAF-EDFA-CEE9-1F4E-A74BA03576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95496D-647B-4325-9BFB-9E39F95B320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02819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A48BB-88A0-6E58-F945-43D1D5BD95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6FB1DE-C7E7-AA90-5C30-63AADA6DB1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65795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86A7B-9091-35CF-B7B2-84C77C486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map of japan with a green spot&#10;&#10;AI-generated content may be incorrect.">
            <a:extLst>
              <a:ext uri="{FF2B5EF4-FFF2-40B4-BE49-F238E27FC236}">
                <a16:creationId xmlns:a16="http://schemas.microsoft.com/office/drawing/2014/main" id="{43C2948E-7919-C0D8-27A9-9BFBD6711A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0" t="13884" r="18108" b="3229"/>
          <a:stretch>
            <a:fillRect/>
          </a:stretch>
        </p:blipFill>
        <p:spPr>
          <a:xfrm>
            <a:off x="3487917" y="0"/>
            <a:ext cx="5854046" cy="6465184"/>
          </a:xfrm>
          <a:prstGeom prst="rect">
            <a:avLst/>
          </a:prstGeom>
        </p:spPr>
      </p:pic>
      <p:pic>
        <p:nvPicPr>
          <p:cNvPr id="10" name="Picture 9" descr="A map of the country&#10;&#10;AI-generated content may be incorrect.">
            <a:extLst>
              <a:ext uri="{FF2B5EF4-FFF2-40B4-BE49-F238E27FC236}">
                <a16:creationId xmlns:a16="http://schemas.microsoft.com/office/drawing/2014/main" id="{EF7BF5C0-D67A-BEF2-797D-F7129A38CAE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47" t="20645" r="15491" b="14839"/>
          <a:stretch>
            <a:fillRect/>
          </a:stretch>
        </p:blipFill>
        <p:spPr>
          <a:xfrm>
            <a:off x="5270090" y="3771145"/>
            <a:ext cx="365309" cy="341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112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AF140-E21D-EA27-E4FC-D761134D7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the country&#10;&#10;AI-generated content may be incorrect.">
            <a:extLst>
              <a:ext uri="{FF2B5EF4-FFF2-40B4-BE49-F238E27FC236}">
                <a16:creationId xmlns:a16="http://schemas.microsoft.com/office/drawing/2014/main" id="{6B4FFB6E-FC0F-4363-486D-4A146F1113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47" t="20645" r="15491" b="14839"/>
          <a:stretch>
            <a:fillRect/>
          </a:stretch>
        </p:blipFill>
        <p:spPr>
          <a:xfrm>
            <a:off x="2271252" y="0"/>
            <a:ext cx="7275871" cy="6806950"/>
          </a:xfrm>
          <a:prstGeom prst="rect">
            <a:avLst/>
          </a:prstGeom>
        </p:spPr>
      </p:pic>
      <p:pic>
        <p:nvPicPr>
          <p:cNvPr id="4" name="Picture 3" descr="A yellow outline of a map&#10;&#10;AI-generated content may be incorrect.">
            <a:extLst>
              <a:ext uri="{FF2B5EF4-FFF2-40B4-BE49-F238E27FC236}">
                <a16:creationId xmlns:a16="http://schemas.microsoft.com/office/drawing/2014/main" id="{3E66BC19-02A6-463D-4EBD-1110DE3E4EA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92" t="14845" r="29964" b="13540"/>
          <a:stretch>
            <a:fillRect/>
          </a:stretch>
        </p:blipFill>
        <p:spPr>
          <a:xfrm>
            <a:off x="5214646" y="2894030"/>
            <a:ext cx="1762707" cy="232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013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2070E-6CAD-08FD-FB37-EEBDCA911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yellow outline of a map&#10;&#10;AI-generated content may be incorrect.">
            <a:extLst>
              <a:ext uri="{FF2B5EF4-FFF2-40B4-BE49-F238E27FC236}">
                <a16:creationId xmlns:a16="http://schemas.microsoft.com/office/drawing/2014/main" id="{90AFC00D-14A0-D3F3-64A9-3CA69241BE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92" t="14845" r="29964" b="13540"/>
          <a:stretch>
            <a:fillRect/>
          </a:stretch>
        </p:blipFill>
        <p:spPr>
          <a:xfrm>
            <a:off x="376646" y="178520"/>
            <a:ext cx="4930220" cy="65009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008E66-9173-3C49-9692-3C454E0CEFF7}"/>
              </a:ext>
            </a:extLst>
          </p:cNvPr>
          <p:cNvSpPr txBox="1"/>
          <p:nvPr/>
        </p:nvSpPr>
        <p:spPr>
          <a:xfrm>
            <a:off x="7112725" y="2226044"/>
            <a:ext cx="3899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Extent of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7E8452-AAE8-DBE9-2D6B-75E5CAF77ED9}"/>
              </a:ext>
            </a:extLst>
          </p:cNvPr>
          <p:cNvSpPr txBox="1"/>
          <p:nvPr/>
        </p:nvSpPr>
        <p:spPr>
          <a:xfrm>
            <a:off x="7112725" y="2687709"/>
            <a:ext cx="4702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Higashihiroshima</a:t>
            </a:r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City</a:t>
            </a:r>
            <a:endParaRPr lang="en-SG" sz="3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6083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F8E37-773B-F150-00CF-22483EF02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p of a region&#10;&#10;AI-generated content may be incorrect.">
            <a:extLst>
              <a:ext uri="{FF2B5EF4-FFF2-40B4-BE49-F238E27FC236}">
                <a16:creationId xmlns:a16="http://schemas.microsoft.com/office/drawing/2014/main" id="{A26F74B7-A0CF-A41C-C5C8-5C1B0C26520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71" t="11756" r="22105" b="14436"/>
          <a:stretch>
            <a:fillRect/>
          </a:stretch>
        </p:blipFill>
        <p:spPr>
          <a:xfrm>
            <a:off x="356983" y="134489"/>
            <a:ext cx="5179360" cy="67235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AA715E-5F15-BC9E-4FB6-A362A004545B}"/>
              </a:ext>
            </a:extLst>
          </p:cNvPr>
          <p:cNvSpPr txBox="1"/>
          <p:nvPr/>
        </p:nvSpPr>
        <p:spPr>
          <a:xfrm>
            <a:off x="7112725" y="2687709"/>
            <a:ext cx="4702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Digital Elevation Map</a:t>
            </a:r>
            <a:endParaRPr lang="en-SG" sz="3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27C174-C90F-4837-37E7-F3E1D4959AE0}"/>
              </a:ext>
            </a:extLst>
          </p:cNvPr>
          <p:cNvSpPr txBox="1"/>
          <p:nvPr/>
        </p:nvSpPr>
        <p:spPr>
          <a:xfrm>
            <a:off x="7112725" y="3198167"/>
            <a:ext cx="3899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Data Source: USGS</a:t>
            </a:r>
          </a:p>
        </p:txBody>
      </p:sp>
    </p:spTree>
    <p:extLst>
      <p:ext uri="{BB962C8B-B14F-4D97-AF65-F5344CB8AC3E}">
        <p14:creationId xmlns:p14="http://schemas.microsoft.com/office/powerpoint/2010/main" val="1198855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5F051-F459-A7CE-FC26-D3FC10420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p of a city&#10;&#10;AI-generated content may be incorrect.">
            <a:extLst>
              <a:ext uri="{FF2B5EF4-FFF2-40B4-BE49-F238E27FC236}">
                <a16:creationId xmlns:a16="http://schemas.microsoft.com/office/drawing/2014/main" id="{13C5E948-7E5E-8BE7-A564-5015DAD7029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27" t="14518" r="22512" b="12593"/>
          <a:stretch>
            <a:fillRect/>
          </a:stretch>
        </p:blipFill>
        <p:spPr>
          <a:xfrm>
            <a:off x="386311" y="260713"/>
            <a:ext cx="5035261" cy="66067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823812-187C-7981-7F68-DAFD68272A5F}"/>
              </a:ext>
            </a:extLst>
          </p:cNvPr>
          <p:cNvSpPr txBox="1"/>
          <p:nvPr/>
        </p:nvSpPr>
        <p:spPr>
          <a:xfrm>
            <a:off x="7112725" y="2687709"/>
            <a:ext cx="4702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Road Network</a:t>
            </a:r>
            <a:endParaRPr lang="en-SG" sz="3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575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C68A6-8C01-E6DC-A5E3-36356A6B7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a city&#10;&#10;AI-generated content may be incorrect.">
            <a:extLst>
              <a:ext uri="{FF2B5EF4-FFF2-40B4-BE49-F238E27FC236}">
                <a16:creationId xmlns:a16="http://schemas.microsoft.com/office/drawing/2014/main" id="{3BBBDAE0-C8A2-75C4-4205-99825E380D9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9" t="2221" r="2862" b="9749"/>
          <a:stretch>
            <a:fillRect/>
          </a:stretch>
        </p:blipFill>
        <p:spPr>
          <a:xfrm>
            <a:off x="518474" y="251286"/>
            <a:ext cx="4835951" cy="64983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A4C71B-9009-218E-0B13-B3ECEC807500}"/>
              </a:ext>
            </a:extLst>
          </p:cNvPr>
          <p:cNvSpPr txBox="1"/>
          <p:nvPr/>
        </p:nvSpPr>
        <p:spPr>
          <a:xfrm>
            <a:off x="7112725" y="2687709"/>
            <a:ext cx="47026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Road Network </a:t>
            </a:r>
          </a:p>
          <a:p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with Elevation</a:t>
            </a:r>
            <a:endParaRPr lang="en-SG" sz="3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546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DE2BB-A2C1-F5E6-5713-0BEFE61E0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map of a city&#10;&#10;AI-generated content may be incorrect.">
            <a:extLst>
              <a:ext uri="{FF2B5EF4-FFF2-40B4-BE49-F238E27FC236}">
                <a16:creationId xmlns:a16="http://schemas.microsoft.com/office/drawing/2014/main" id="{59E2801D-699F-CCC2-F310-B6067A4A4F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36" t="17457" r="8183" b="9829"/>
          <a:stretch>
            <a:fillRect/>
          </a:stretch>
        </p:blipFill>
        <p:spPr>
          <a:xfrm>
            <a:off x="556729" y="287819"/>
            <a:ext cx="4879915" cy="65689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5399DD6-E0B1-F3BF-CA3C-01508311E414}"/>
              </a:ext>
            </a:extLst>
          </p:cNvPr>
          <p:cNvSpPr txBox="1"/>
          <p:nvPr/>
        </p:nvSpPr>
        <p:spPr>
          <a:xfrm>
            <a:off x="7112725" y="2687709"/>
            <a:ext cx="4702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2023</a:t>
            </a:r>
            <a:endParaRPr lang="en-SG" sz="3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85AC5E-BAA5-E57F-30B3-9A2A3504ACBC}"/>
              </a:ext>
            </a:extLst>
          </p:cNvPr>
          <p:cNvSpPr txBox="1"/>
          <p:nvPr/>
        </p:nvSpPr>
        <p:spPr>
          <a:xfrm>
            <a:off x="7112725" y="2226044"/>
            <a:ext cx="3899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Origin and Destination</a:t>
            </a:r>
          </a:p>
        </p:txBody>
      </p:sp>
    </p:spTree>
    <p:extLst>
      <p:ext uri="{BB962C8B-B14F-4D97-AF65-F5344CB8AC3E}">
        <p14:creationId xmlns:p14="http://schemas.microsoft.com/office/powerpoint/2010/main" val="122640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6B7F2-A2E2-A4EB-9B60-49E99B569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Network Analysis in ArcGIS pro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08E1A-D79B-66FD-20E7-BDEF07ECB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715"/>
            <a:ext cx="8541470" cy="46592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1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Closest Facilities Analysis:</a:t>
            </a:r>
          </a:p>
          <a:p>
            <a:pPr marL="0" indent="0">
              <a:buNone/>
            </a:pPr>
            <a:r>
              <a:rPr lang="en-SG" sz="1800" dirty="0">
                <a:solidFill>
                  <a:srgbClr val="00B050"/>
                </a:solidFill>
              </a:rPr>
              <a:t>Facilities  </a:t>
            </a:r>
            <a:r>
              <a:rPr lang="en-SG" sz="1800" dirty="0"/>
              <a:t>	</a:t>
            </a:r>
            <a:r>
              <a:rPr lang="en-SG" sz="1800" dirty="0">
                <a:solidFill>
                  <a:srgbClr val="00B050"/>
                </a:solidFill>
              </a:rPr>
              <a:t>Destination (IDEC, HU)</a:t>
            </a:r>
          </a:p>
          <a:p>
            <a:pPr marL="0" indent="0">
              <a:buNone/>
            </a:pPr>
            <a:r>
              <a:rPr lang="en-SG" sz="1800" dirty="0" err="1">
                <a:solidFill>
                  <a:schemeClr val="accent5">
                    <a:lumMod val="75000"/>
                  </a:schemeClr>
                </a:solidFill>
              </a:rPr>
              <a:t>Incedents</a:t>
            </a:r>
            <a:r>
              <a:rPr lang="en-SG" sz="1800" dirty="0"/>
              <a:t>	</a:t>
            </a:r>
            <a:r>
              <a:rPr lang="en-SG" sz="1800" dirty="0">
                <a:solidFill>
                  <a:schemeClr val="accent5">
                    <a:lumMod val="75000"/>
                  </a:schemeClr>
                </a:solidFill>
              </a:rPr>
              <a:t>Origins(2023,2024, 2025) </a:t>
            </a:r>
          </a:p>
          <a:p>
            <a:pPr marL="0" indent="0">
              <a:buNone/>
            </a:pPr>
            <a:r>
              <a:rPr lang="en-SG" sz="1800" dirty="0"/>
              <a:t>After the analysis we get shortest routes as Line Features</a:t>
            </a:r>
          </a:p>
          <a:p>
            <a:pPr marL="0" indent="0">
              <a:buNone/>
            </a:pPr>
            <a:endParaRPr lang="en-SG" sz="18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SG" sz="1800" dirty="0">
                <a:solidFill>
                  <a:schemeClr val="accent5"/>
                </a:solidFill>
              </a:rPr>
              <a:t>Stack Profile tool: </a:t>
            </a:r>
          </a:p>
          <a:p>
            <a:pPr marL="0" indent="0">
              <a:buNone/>
            </a:pPr>
            <a:r>
              <a:rPr lang="en-SG" sz="1800" dirty="0"/>
              <a:t>Input:  Route layer as line features, DEM as Raster</a:t>
            </a:r>
          </a:p>
          <a:p>
            <a:pPr marL="0" indent="0">
              <a:buNone/>
            </a:pPr>
            <a:r>
              <a:rPr lang="en-SG" sz="1800" dirty="0"/>
              <a:t>Output: Elevation data along the routes are generated</a:t>
            </a:r>
          </a:p>
          <a:p>
            <a:pPr marL="0" indent="0">
              <a:buNone/>
            </a:pPr>
            <a:endParaRPr lang="en-SG" sz="1800" dirty="0"/>
          </a:p>
          <a:p>
            <a:pPr marL="0" indent="0">
              <a:buNone/>
            </a:pPr>
            <a:r>
              <a:rPr lang="en-SG" sz="1800" dirty="0">
                <a:solidFill>
                  <a:schemeClr val="accent5"/>
                </a:solidFill>
              </a:rPr>
              <a:t>Summary Statistic tool: </a:t>
            </a:r>
          </a:p>
          <a:p>
            <a:pPr marL="0" indent="0">
              <a:buNone/>
            </a:pPr>
            <a:r>
              <a:rPr lang="en-SG" sz="1800" dirty="0"/>
              <a:t>To find out the Maximum and Minimum elevation along a route	</a:t>
            </a:r>
          </a:p>
        </p:txBody>
      </p:sp>
    </p:spTree>
    <p:extLst>
      <p:ext uri="{BB962C8B-B14F-4D97-AF65-F5344CB8AC3E}">
        <p14:creationId xmlns:p14="http://schemas.microsoft.com/office/powerpoint/2010/main" val="2070519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764E8-DFC2-9C0F-C90F-D66239F46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map of a city&#10;&#10;AI-generated content may be incorrect.">
            <a:extLst>
              <a:ext uri="{FF2B5EF4-FFF2-40B4-BE49-F238E27FC236}">
                <a16:creationId xmlns:a16="http://schemas.microsoft.com/office/drawing/2014/main" id="{E5CFE795-C5E7-4089-AA56-16045B8412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16" t="17240" r="17919" b="10071"/>
          <a:stretch>
            <a:fillRect/>
          </a:stretch>
        </p:blipFill>
        <p:spPr>
          <a:xfrm>
            <a:off x="315849" y="222139"/>
            <a:ext cx="5286261" cy="65689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EEEF4B-C752-3224-15B5-5BDF244491C5}"/>
              </a:ext>
            </a:extLst>
          </p:cNvPr>
          <p:cNvSpPr txBox="1"/>
          <p:nvPr/>
        </p:nvSpPr>
        <p:spPr>
          <a:xfrm>
            <a:off x="7112725" y="2687709"/>
            <a:ext cx="4702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2023</a:t>
            </a:r>
            <a:endParaRPr lang="en-SG" sz="3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91ABF6-DA91-9E53-3EE0-CF6130B05827}"/>
              </a:ext>
            </a:extLst>
          </p:cNvPr>
          <p:cNvSpPr txBox="1"/>
          <p:nvPr/>
        </p:nvSpPr>
        <p:spPr>
          <a:xfrm>
            <a:off x="7112725" y="2226044"/>
            <a:ext cx="3899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Route Analysis</a:t>
            </a:r>
          </a:p>
        </p:txBody>
      </p:sp>
    </p:spTree>
    <p:extLst>
      <p:ext uri="{BB962C8B-B14F-4D97-AF65-F5344CB8AC3E}">
        <p14:creationId xmlns:p14="http://schemas.microsoft.com/office/powerpoint/2010/main" val="1951010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C13AC-27D4-3BCF-71DF-D00784238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p of a city&#10;&#10;AI-generated content may be incorrect.">
            <a:extLst>
              <a:ext uri="{FF2B5EF4-FFF2-40B4-BE49-F238E27FC236}">
                <a16:creationId xmlns:a16="http://schemas.microsoft.com/office/drawing/2014/main" id="{D77F6E40-54CA-0159-C236-5912CF233D8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54" t="14159" r="29551" b="14226"/>
          <a:stretch>
            <a:fillRect/>
          </a:stretch>
        </p:blipFill>
        <p:spPr>
          <a:xfrm>
            <a:off x="395500" y="184431"/>
            <a:ext cx="5031727" cy="64889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21AB67-78CA-8228-3EF7-C68FA88545E1}"/>
              </a:ext>
            </a:extLst>
          </p:cNvPr>
          <p:cNvSpPr txBox="1"/>
          <p:nvPr/>
        </p:nvSpPr>
        <p:spPr>
          <a:xfrm>
            <a:off x="7112725" y="2687709"/>
            <a:ext cx="4702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2024</a:t>
            </a:r>
            <a:endParaRPr lang="en-SG" sz="3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F5F64D-409B-DE1F-4874-A8EACD893248}"/>
              </a:ext>
            </a:extLst>
          </p:cNvPr>
          <p:cNvSpPr txBox="1"/>
          <p:nvPr/>
        </p:nvSpPr>
        <p:spPr>
          <a:xfrm>
            <a:off x="7112725" y="2226044"/>
            <a:ext cx="3899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Route Analysis</a:t>
            </a:r>
          </a:p>
        </p:txBody>
      </p:sp>
    </p:spTree>
    <p:extLst>
      <p:ext uri="{BB962C8B-B14F-4D97-AF65-F5344CB8AC3E}">
        <p14:creationId xmlns:p14="http://schemas.microsoft.com/office/powerpoint/2010/main" val="351819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87055-F889-1408-87B7-9C1830FE0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p of a city&#10;&#10;AI-generated content may be incorrect.">
            <a:extLst>
              <a:ext uri="{FF2B5EF4-FFF2-40B4-BE49-F238E27FC236}">
                <a16:creationId xmlns:a16="http://schemas.microsoft.com/office/drawing/2014/main" id="{E9119037-55DB-31E1-0363-AA354EAE01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3" t="14984" r="29413" b="13952"/>
          <a:stretch>
            <a:fillRect/>
          </a:stretch>
        </p:blipFill>
        <p:spPr>
          <a:xfrm>
            <a:off x="314668" y="304319"/>
            <a:ext cx="5088298" cy="63598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6AB99F-EA7F-C6C1-39C8-4B6481186FFC}"/>
              </a:ext>
            </a:extLst>
          </p:cNvPr>
          <p:cNvSpPr txBox="1"/>
          <p:nvPr/>
        </p:nvSpPr>
        <p:spPr>
          <a:xfrm>
            <a:off x="7112725" y="2687709"/>
            <a:ext cx="4702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2025</a:t>
            </a:r>
            <a:endParaRPr lang="en-SG" sz="36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A35EF6-D338-FAB8-D001-E3D5E979EF65}"/>
              </a:ext>
            </a:extLst>
          </p:cNvPr>
          <p:cNvSpPr txBox="1"/>
          <p:nvPr/>
        </p:nvSpPr>
        <p:spPr>
          <a:xfrm>
            <a:off x="7112725" y="2226044"/>
            <a:ext cx="3899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Route Analysis</a:t>
            </a:r>
          </a:p>
        </p:txBody>
      </p:sp>
    </p:spTree>
    <p:extLst>
      <p:ext uri="{BB962C8B-B14F-4D97-AF65-F5344CB8AC3E}">
        <p14:creationId xmlns:p14="http://schemas.microsoft.com/office/powerpoint/2010/main" val="4095064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105</Words>
  <Application>Microsoft Office PowerPoint</Application>
  <PresentationFormat>Widescreen</PresentationFormat>
  <Paragraphs>27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Network Analysis in ArcGIS pro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HUSSEIN MD TANVEER</dc:creator>
  <cp:lastModifiedBy>HUSSEIN MD TANVEER</cp:lastModifiedBy>
  <cp:revision>20</cp:revision>
  <dcterms:created xsi:type="dcterms:W3CDTF">2025-11-17T17:41:33Z</dcterms:created>
  <dcterms:modified xsi:type="dcterms:W3CDTF">2025-11-18T08:51:33Z</dcterms:modified>
</cp:coreProperties>
</file>