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4" r:id="rId5"/>
    <p:sldId id="266" r:id="rId6"/>
    <p:sldId id="270" r:id="rId7"/>
    <p:sldId id="269" r:id="rId8"/>
    <p:sldId id="271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6247" autoAdjust="0"/>
  </p:normalViewPr>
  <p:slideViewPr>
    <p:cSldViewPr snapToGrid="0">
      <p:cViewPr varScale="1">
        <p:scale>
          <a:sx n="102" d="100"/>
          <a:sy n="102" d="100"/>
        </p:scale>
        <p:origin x="126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BD28-485B-9CBA-3FC1-5423BDB23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033F1-256F-9083-BBD5-75A3ADC8E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DBB1-8055-95EC-B73A-B5DE6A9F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5C954-B43B-6B9D-B9CA-3359798D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481EB-E8A3-1A05-306B-62551B98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628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8B1D-5CFD-5AD1-C4BC-8B435E5F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1262-FF94-B189-DA28-607FDF0E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D0509-DD11-B78D-9EFB-3560B767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575D0-943D-793B-56A2-2DAC7764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312FE-2926-2840-A1AA-282F5E8B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668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CA592-AB51-4130-C768-75CFD717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776E9-E8C3-21C8-34B6-91CB93EA6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64EC8-122D-D1D7-B4E8-A50D635E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5199-9A23-54A8-DE55-423A4DDB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F0911-4E22-0141-A839-4CB206F6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254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0BB02-51CB-5B5C-A472-09E937B1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F5A2-FB2E-4640-AFB8-E7AD48C16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A6976-0C96-CE2A-6B05-C7997067F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C59BB-DE00-BCA9-82FF-D0399D0E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B875F-1A9E-D2AE-5E7A-2B153608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1C82B-BA1E-7010-0B58-E502F8EE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025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E69E-9B19-36C1-5A55-938ABF96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6CA90-BC24-1188-0A59-318A4EFA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48104-5704-F799-F65C-09C1E4B61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DDC01-58EA-9065-73C7-55318B4C3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7DC68-DF37-E391-1D04-A1F376852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3313A-ECAD-CF31-5FF6-4CC4D47E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BCA78-F1BF-2106-363E-67147E48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010FB-DE7B-BE28-03AE-CBF791DF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390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6C71-6311-AC9B-1C3E-7D9B04A6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136AC-9D97-ECA6-F3D8-EC0E9C8B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D477B-8A29-23B6-E959-BBB46DA6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6AA26-0C32-C25E-D94F-E4CEACAA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962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5848F-A08E-0F2C-AA16-B9255D48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56C48-D8EE-ED81-762E-8F15FE0F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1FD85-9C07-4CFF-63E8-9619D806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302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8CCC-5032-C53C-AD54-ED98FB1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3EF65-062A-584B-99C7-94BB8DE8F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F7B44-BA38-BB81-EC74-9E45ADBE6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925A7-85E3-2263-084E-E8EA29D0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65FC5-95F8-248C-1411-8A024889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B0C1F-A183-48DE-14D0-D98FAEF8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611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1A3E-12F9-553F-AAA4-AB0AE3F3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83CB-AC56-EFBF-2EA8-4B0D451DD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F965F-EAD5-6193-54FD-F57F380C4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51D03-1D48-2060-9658-B550C8AE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90EB7-7D82-CC4F-C7BC-63DFBA70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1847C-0A06-970E-9843-9E020991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416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D7A1-0959-9D2E-6DDE-51463DF2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0E38D-E3A5-58B9-B926-54BDEBABE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C418A-059D-1C17-E20E-F15A1EF6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3D64A-971D-CC9F-A896-930227E8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D8FB-66A3-2291-F179-7470F13F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420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D76D3-9C43-2BCB-9A4F-DABFC6264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741CA-28DB-3736-1FC5-222420D61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2BF4E-361B-5992-1370-613DB86F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5D1E3-6BBD-3FAD-4EA3-5BB4B06A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AC2C-0CA2-FB10-A5AB-054FBA79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144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A2A56-9D95-C840-6757-85FA3888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311F4-E122-8E9B-49EC-5016ACD0E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CF5CE-1A9B-2876-DE24-6E24B45D6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F982-56E3-8191-9BB0-5894577A0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1FCAF-EDFA-CEE9-1F4E-A74BA0357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281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48BB-88A0-6E58-F945-43D1D5BD9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FB1DE-C7E7-AA90-5C30-63AADA6DB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5795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6A7B-9091-35CF-B7B2-84C77C48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outline of a map&#10;&#10;AI-generated content may be incorrect.">
            <a:extLst>
              <a:ext uri="{FF2B5EF4-FFF2-40B4-BE49-F238E27FC236}">
                <a16:creationId xmlns:a16="http://schemas.microsoft.com/office/drawing/2014/main" id="{1ECC3CB9-AEA8-F300-281A-829945F5AE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2" t="14845" r="29964" b="13540"/>
          <a:stretch>
            <a:fillRect/>
          </a:stretch>
        </p:blipFill>
        <p:spPr>
          <a:xfrm>
            <a:off x="376646" y="178520"/>
            <a:ext cx="4930220" cy="6500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BBFDFB-B940-2201-79DC-10E79166EBF8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Extent of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5DD62-0219-B968-7137-2D53D44A0E0B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Higashihiroshima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City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11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8E37-773B-F150-00CF-22483EF0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region&#10;&#10;AI-generated content may be incorrect.">
            <a:extLst>
              <a:ext uri="{FF2B5EF4-FFF2-40B4-BE49-F238E27FC236}">
                <a16:creationId xmlns:a16="http://schemas.microsoft.com/office/drawing/2014/main" id="{A26F74B7-A0CF-A41C-C5C8-5C1B0C2652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1" t="11756" r="22105" b="14436"/>
          <a:stretch>
            <a:fillRect/>
          </a:stretch>
        </p:blipFill>
        <p:spPr>
          <a:xfrm>
            <a:off x="356983" y="134489"/>
            <a:ext cx="5179360" cy="67235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AA715E-5F15-BC9E-4FB6-A362A004545B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Digital Elevation Map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7C174-C90F-4837-37E7-F3E1D4959AE0}"/>
              </a:ext>
            </a:extLst>
          </p:cNvPr>
          <p:cNvSpPr txBox="1"/>
          <p:nvPr/>
        </p:nvSpPr>
        <p:spPr>
          <a:xfrm>
            <a:off x="7112725" y="3198167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Source: USGS</a:t>
            </a:r>
          </a:p>
        </p:txBody>
      </p:sp>
    </p:spTree>
    <p:extLst>
      <p:ext uri="{BB962C8B-B14F-4D97-AF65-F5344CB8AC3E}">
        <p14:creationId xmlns:p14="http://schemas.microsoft.com/office/powerpoint/2010/main" val="119885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F051-F459-A7CE-FC26-D3FC1042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13C5E948-7E5E-8BE7-A564-5015DAD702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7" t="14518" r="22512" b="12593"/>
          <a:stretch>
            <a:fillRect/>
          </a:stretch>
        </p:blipFill>
        <p:spPr>
          <a:xfrm>
            <a:off x="386311" y="260713"/>
            <a:ext cx="5035261" cy="6606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823812-187C-7981-7F68-DAFD68272A5F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Road Network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57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E2BB-A2C1-F5E6-5713-0BEFE61E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a city&#10;&#10;AI-generated content may be incorrect.">
            <a:extLst>
              <a:ext uri="{FF2B5EF4-FFF2-40B4-BE49-F238E27FC236}">
                <a16:creationId xmlns:a16="http://schemas.microsoft.com/office/drawing/2014/main" id="{59E2801D-699F-CCC2-F310-B6067A4A4F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6" t="17457" r="8183" b="9829"/>
          <a:stretch>
            <a:fillRect/>
          </a:stretch>
        </p:blipFill>
        <p:spPr>
          <a:xfrm>
            <a:off x="556729" y="287819"/>
            <a:ext cx="4879915" cy="65689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399DD6-E0B1-F3BF-CA3C-01508311E414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2023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5AC5E-BAA5-E57F-30B3-9A2A3504ACBC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Origin and Destination</a:t>
            </a:r>
          </a:p>
        </p:txBody>
      </p:sp>
    </p:spTree>
    <p:extLst>
      <p:ext uri="{BB962C8B-B14F-4D97-AF65-F5344CB8AC3E}">
        <p14:creationId xmlns:p14="http://schemas.microsoft.com/office/powerpoint/2010/main" val="122640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B7F2-A2E2-A4EB-9B60-49E99B56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Network Analysis in ArcGIS pro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08E1A-D79B-66FD-20E7-BDEF07EC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5"/>
            <a:ext cx="8541470" cy="4659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Closest Facilities Analysis:</a:t>
            </a:r>
          </a:p>
          <a:p>
            <a:pPr marL="0" indent="0">
              <a:buNone/>
            </a:pPr>
            <a:r>
              <a:rPr lang="en-SG" sz="1800" dirty="0">
                <a:solidFill>
                  <a:srgbClr val="00B050"/>
                </a:solidFill>
              </a:rPr>
              <a:t>Facilities  </a:t>
            </a:r>
            <a:r>
              <a:rPr lang="en-SG" sz="1800" dirty="0"/>
              <a:t>	</a:t>
            </a:r>
            <a:r>
              <a:rPr lang="en-SG" sz="1800" dirty="0">
                <a:solidFill>
                  <a:srgbClr val="00B050"/>
                </a:solidFill>
              </a:rPr>
              <a:t>Destination (IDEC, HU)</a:t>
            </a:r>
          </a:p>
          <a:p>
            <a:pPr marL="0" indent="0">
              <a:buNone/>
            </a:pPr>
            <a:r>
              <a:rPr lang="en-SG" sz="1800" dirty="0" err="1">
                <a:solidFill>
                  <a:schemeClr val="accent5">
                    <a:lumMod val="75000"/>
                  </a:schemeClr>
                </a:solidFill>
              </a:rPr>
              <a:t>Incedents</a:t>
            </a:r>
            <a:r>
              <a:rPr lang="en-SG" sz="1800" dirty="0"/>
              <a:t>	</a:t>
            </a:r>
            <a:r>
              <a:rPr lang="en-SG" sz="1800" dirty="0">
                <a:solidFill>
                  <a:schemeClr val="accent5">
                    <a:lumMod val="75000"/>
                  </a:schemeClr>
                </a:solidFill>
              </a:rPr>
              <a:t>Origins(2023,2024, 2025) </a:t>
            </a:r>
          </a:p>
          <a:p>
            <a:pPr marL="0" indent="0">
              <a:buNone/>
            </a:pPr>
            <a:r>
              <a:rPr lang="en-SG" sz="1800" dirty="0"/>
              <a:t>After the analysis we get shortest routes as Line Features</a:t>
            </a:r>
          </a:p>
          <a:p>
            <a:pPr marL="0" indent="0">
              <a:buNone/>
            </a:pPr>
            <a:endParaRPr lang="en-SG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SG" sz="1800" dirty="0">
                <a:solidFill>
                  <a:schemeClr val="accent5"/>
                </a:solidFill>
              </a:rPr>
              <a:t>Stack Profile tool: </a:t>
            </a:r>
          </a:p>
          <a:p>
            <a:pPr marL="0" indent="0">
              <a:buNone/>
            </a:pPr>
            <a:r>
              <a:rPr lang="en-SG" sz="1800" dirty="0"/>
              <a:t>Input:  Route layer as line features, DEM as Raster</a:t>
            </a:r>
          </a:p>
          <a:p>
            <a:pPr marL="0" indent="0">
              <a:buNone/>
            </a:pPr>
            <a:r>
              <a:rPr lang="en-SG" sz="1800" dirty="0"/>
              <a:t>Output: Elevation data along the routes are generated</a:t>
            </a:r>
          </a:p>
          <a:p>
            <a:pPr marL="0" indent="0">
              <a:buNone/>
            </a:pPr>
            <a:endParaRPr lang="en-SG" sz="1800" dirty="0"/>
          </a:p>
          <a:p>
            <a:pPr marL="0" indent="0">
              <a:buNone/>
            </a:pPr>
            <a:r>
              <a:rPr lang="en-SG" sz="1800" dirty="0">
                <a:solidFill>
                  <a:schemeClr val="accent5"/>
                </a:solidFill>
              </a:rPr>
              <a:t>Summary Statistic tool: </a:t>
            </a:r>
          </a:p>
          <a:p>
            <a:pPr marL="0" indent="0">
              <a:buNone/>
            </a:pPr>
            <a:r>
              <a:rPr lang="en-SG" sz="1800" dirty="0"/>
              <a:t>To find out the Maximum and Minimum elevation along a route	</a:t>
            </a:r>
          </a:p>
        </p:txBody>
      </p:sp>
    </p:spTree>
    <p:extLst>
      <p:ext uri="{BB962C8B-B14F-4D97-AF65-F5344CB8AC3E}">
        <p14:creationId xmlns:p14="http://schemas.microsoft.com/office/powerpoint/2010/main" val="207051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64E8-DFC2-9C0F-C90F-D66239F4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a city&#10;&#10;AI-generated content may be incorrect.">
            <a:extLst>
              <a:ext uri="{FF2B5EF4-FFF2-40B4-BE49-F238E27FC236}">
                <a16:creationId xmlns:a16="http://schemas.microsoft.com/office/drawing/2014/main" id="{E5CFE795-C5E7-4089-AA56-16045B8412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6" t="17240" r="17919" b="10071"/>
          <a:stretch>
            <a:fillRect/>
          </a:stretch>
        </p:blipFill>
        <p:spPr>
          <a:xfrm>
            <a:off x="315849" y="222139"/>
            <a:ext cx="5286261" cy="6568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EEF4B-C752-3224-15B5-5BDF244491C5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2023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1ABF6-DA91-9E53-3EE0-CF6130B05827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Route Analysis</a:t>
            </a:r>
          </a:p>
        </p:txBody>
      </p:sp>
    </p:spTree>
    <p:extLst>
      <p:ext uri="{BB962C8B-B14F-4D97-AF65-F5344CB8AC3E}">
        <p14:creationId xmlns:p14="http://schemas.microsoft.com/office/powerpoint/2010/main" val="1951010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13AC-27D4-3BCF-71DF-D0078423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D77F6E40-54CA-0159-C236-5912CF233D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4" t="14159" r="29551" b="14226"/>
          <a:stretch>
            <a:fillRect/>
          </a:stretch>
        </p:blipFill>
        <p:spPr>
          <a:xfrm>
            <a:off x="395500" y="184431"/>
            <a:ext cx="5031727" cy="6488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21AB67-78CA-8228-3EF7-C68FA88545E1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2024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5F64D-409B-DE1F-4874-A8EACD893248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Route Analysis</a:t>
            </a:r>
          </a:p>
        </p:txBody>
      </p:sp>
    </p:spTree>
    <p:extLst>
      <p:ext uri="{BB962C8B-B14F-4D97-AF65-F5344CB8AC3E}">
        <p14:creationId xmlns:p14="http://schemas.microsoft.com/office/powerpoint/2010/main" val="35181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7055-F889-1408-87B7-9C1830FE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E9119037-55DB-31E1-0363-AA354EAE01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3" t="14984" r="29413" b="13952"/>
          <a:stretch>
            <a:fillRect/>
          </a:stretch>
        </p:blipFill>
        <p:spPr>
          <a:xfrm>
            <a:off x="314668" y="304319"/>
            <a:ext cx="5088298" cy="6359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6AB99F-EA7F-C6C1-39C8-4B6481186FFC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2025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35EF6-D338-FAB8-D001-E3D5E979EF65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Route Analysis</a:t>
            </a:r>
          </a:p>
        </p:txBody>
      </p:sp>
    </p:spTree>
    <p:extLst>
      <p:ext uri="{BB962C8B-B14F-4D97-AF65-F5344CB8AC3E}">
        <p14:creationId xmlns:p14="http://schemas.microsoft.com/office/powerpoint/2010/main" val="4095064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101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Analysis in ArcGIS pro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MD TANVEER</dc:creator>
  <cp:lastModifiedBy>HUSSEIN MD TANVEER</cp:lastModifiedBy>
  <cp:revision>16</cp:revision>
  <dcterms:created xsi:type="dcterms:W3CDTF">2025-11-17T17:41:33Z</dcterms:created>
  <dcterms:modified xsi:type="dcterms:W3CDTF">2025-11-18T05:03:23Z</dcterms:modified>
</cp:coreProperties>
</file>